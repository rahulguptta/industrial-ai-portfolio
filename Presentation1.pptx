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8FE28-9366-4E44-8480-C6FC3C9D5010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A8617-3B09-4684-9843-399B9BC61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602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8FE28-9366-4E44-8480-C6FC3C9D5010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A8617-3B09-4684-9843-399B9BC61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848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8FE28-9366-4E44-8480-C6FC3C9D5010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A8617-3B09-4684-9843-399B9BC61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807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8FE28-9366-4E44-8480-C6FC3C9D5010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A8617-3B09-4684-9843-399B9BC61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509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8FE28-9366-4E44-8480-C6FC3C9D5010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A8617-3B09-4684-9843-399B9BC61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582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8FE28-9366-4E44-8480-C6FC3C9D5010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A8617-3B09-4684-9843-399B9BC61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563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8FE28-9366-4E44-8480-C6FC3C9D5010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A8617-3B09-4684-9843-399B9BC61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149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8FE28-9366-4E44-8480-C6FC3C9D5010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A8617-3B09-4684-9843-399B9BC61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81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8FE28-9366-4E44-8480-C6FC3C9D5010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A8617-3B09-4684-9843-399B9BC61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78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8FE28-9366-4E44-8480-C6FC3C9D5010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A8617-3B09-4684-9843-399B9BC61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379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8FE28-9366-4E44-8480-C6FC3C9D5010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A8617-3B09-4684-9843-399B9BC61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338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48FE28-9366-4E44-8480-C6FC3C9D5010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A8617-3B09-4684-9843-399B9BC61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64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/>
          <p:cNvSpPr/>
          <p:nvPr/>
        </p:nvSpPr>
        <p:spPr>
          <a:xfrm>
            <a:off x="565265" y="565265"/>
            <a:ext cx="1230284" cy="881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logo</a:t>
            </a:r>
            <a:endParaRPr lang="en-US" dirty="0"/>
          </a:p>
        </p:txBody>
      </p:sp>
      <p:sp>
        <p:nvSpPr>
          <p:cNvPr id="28" name="Oval 27"/>
          <p:cNvSpPr/>
          <p:nvPr/>
        </p:nvSpPr>
        <p:spPr>
          <a:xfrm>
            <a:off x="9443259" y="493221"/>
            <a:ext cx="1928552" cy="881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User name</a:t>
            </a:r>
            <a:endParaRPr lang="en-US" dirty="0"/>
          </a:p>
        </p:txBody>
      </p:sp>
      <p:sp>
        <p:nvSpPr>
          <p:cNvPr id="29" name="Rounded Rectangle 28"/>
          <p:cNvSpPr/>
          <p:nvPr/>
        </p:nvSpPr>
        <p:spPr>
          <a:xfrm>
            <a:off x="4256116" y="565265"/>
            <a:ext cx="2992582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Project name</a:t>
            </a:r>
          </a:p>
          <a:p>
            <a:pPr algn="ctr"/>
            <a:r>
              <a:rPr lang="en-US" dirty="0" err="1" smtClean="0"/>
              <a:t>Project_id</a:t>
            </a:r>
            <a:r>
              <a:rPr lang="en-US" dirty="0" smtClean="0"/>
              <a:t> – rahul-mfi-v0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80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 23"/>
          <p:cNvSpPr/>
          <p:nvPr/>
        </p:nvSpPr>
        <p:spPr>
          <a:xfrm>
            <a:off x="5011758" y="6055071"/>
            <a:ext cx="1983385" cy="481212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210588" y="208108"/>
            <a:ext cx="1834344" cy="91383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135487" y="1527682"/>
            <a:ext cx="4306568" cy="186116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760001" y="185477"/>
            <a:ext cx="5260204" cy="56274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673325" y="234272"/>
            <a:ext cx="5583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dropdown to </a:t>
            </a:r>
            <a:r>
              <a:rPr lang="en-US" dirty="0" smtClean="0"/>
              <a:t>second feature- by default target variable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4480963" y="6144012"/>
            <a:ext cx="3030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Next Step</a:t>
            </a:r>
            <a:endParaRPr lang="en-US" b="1" dirty="0"/>
          </a:p>
        </p:txBody>
      </p:sp>
      <p:sp>
        <p:nvSpPr>
          <p:cNvPr id="25" name="Rounded Rectangle 24"/>
          <p:cNvSpPr/>
          <p:nvPr/>
        </p:nvSpPr>
        <p:spPr>
          <a:xfrm>
            <a:off x="4328135" y="185477"/>
            <a:ext cx="1983385" cy="481212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3879655" y="241417"/>
            <a:ext cx="3030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Visualization</a:t>
            </a:r>
            <a:endParaRPr lang="en-US" b="1" dirty="0"/>
          </a:p>
        </p:txBody>
      </p:sp>
      <p:sp>
        <p:nvSpPr>
          <p:cNvPr id="2" name="TextBox 1"/>
          <p:cNvSpPr txBox="1"/>
          <p:nvPr/>
        </p:nvSpPr>
        <p:spPr>
          <a:xfrm>
            <a:off x="315884" y="260701"/>
            <a:ext cx="16376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dropdown to choose feature data type</a:t>
            </a:r>
            <a:endParaRPr lang="en-US" dirty="0"/>
          </a:p>
        </p:txBody>
      </p:sp>
      <p:sp>
        <p:nvSpPr>
          <p:cNvPr id="27" name="Rounded Rectangle 26"/>
          <p:cNvSpPr/>
          <p:nvPr/>
        </p:nvSpPr>
        <p:spPr>
          <a:xfrm>
            <a:off x="2183475" y="210874"/>
            <a:ext cx="1834344" cy="69892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2288771" y="263467"/>
            <a:ext cx="1637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dropdown to choose feature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315884" y="1669543"/>
            <a:ext cx="419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Distribution plot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192447" y="2742518"/>
            <a:ext cx="419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Statistic table – (min, max, mean, median, skewness)</a:t>
            </a:r>
            <a:endParaRPr lang="en-US" dirty="0"/>
          </a:p>
        </p:txBody>
      </p:sp>
      <p:sp>
        <p:nvSpPr>
          <p:cNvPr id="32" name="Rounded Rectangle 31"/>
          <p:cNvSpPr/>
          <p:nvPr/>
        </p:nvSpPr>
        <p:spPr>
          <a:xfrm>
            <a:off x="179818" y="3808138"/>
            <a:ext cx="4306568" cy="186116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360215" y="3949999"/>
            <a:ext cx="419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Scatter and line plot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236778" y="5022974"/>
            <a:ext cx="419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Option to hide one of plot</a:t>
            </a:r>
            <a:endParaRPr lang="en-US" dirty="0"/>
          </a:p>
        </p:txBody>
      </p:sp>
      <p:sp>
        <p:nvSpPr>
          <p:cNvPr id="35" name="Rounded Rectangle 34"/>
          <p:cNvSpPr/>
          <p:nvPr/>
        </p:nvSpPr>
        <p:spPr>
          <a:xfrm>
            <a:off x="7029495" y="1472264"/>
            <a:ext cx="4306568" cy="186116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7209892" y="1614125"/>
            <a:ext cx="41926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Plot of both features- both on y axis (by default target feature and target variable)</a:t>
            </a:r>
          </a:p>
          <a:p>
            <a:pPr algn="ctr"/>
            <a:r>
              <a:rPr lang="en-US" dirty="0" smtClean="0"/>
              <a:t>If time series data then time on x axis</a:t>
            </a:r>
            <a:endParaRPr lang="en-US" dirty="0"/>
          </a:p>
        </p:txBody>
      </p:sp>
      <p:sp>
        <p:nvSpPr>
          <p:cNvPr id="38" name="Rounded Rectangle 37"/>
          <p:cNvSpPr/>
          <p:nvPr/>
        </p:nvSpPr>
        <p:spPr>
          <a:xfrm>
            <a:off x="6995143" y="3808138"/>
            <a:ext cx="4306568" cy="186116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6797027" y="4202151"/>
            <a:ext cx="419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Plot of both features- fist feature on x</a:t>
            </a:r>
          </a:p>
          <a:p>
            <a:pPr algn="ctr"/>
            <a:r>
              <a:rPr lang="en-US" dirty="0" smtClean="0"/>
              <a:t>Second on y (default target)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6897886" y="5057829"/>
            <a:ext cx="419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Pearson’s correlation</a:t>
            </a:r>
            <a:br>
              <a:rPr lang="en-US" dirty="0" smtClean="0"/>
            </a:br>
            <a:r>
              <a:rPr lang="en-US" dirty="0" smtClean="0"/>
              <a:t>spearman’s correlation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7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 23"/>
          <p:cNvSpPr/>
          <p:nvPr/>
        </p:nvSpPr>
        <p:spPr>
          <a:xfrm>
            <a:off x="5011758" y="6055071"/>
            <a:ext cx="1983385" cy="481212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1249679" y="920344"/>
            <a:ext cx="2795450" cy="139772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384662" y="1043242"/>
            <a:ext cx="1985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Number of Dataset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384662" y="1412574"/>
            <a:ext cx="2220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Number of Features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384740" y="1803873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Number of Time attributes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4180112" y="906971"/>
            <a:ext cx="3426811" cy="139772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384740" y="1043242"/>
            <a:ext cx="3030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Number of Numeric Features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384740" y="1434541"/>
            <a:ext cx="3570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Number of Categorical Features</a:t>
            </a:r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8360230" y="309639"/>
            <a:ext cx="3383279" cy="305267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516985" y="451546"/>
            <a:ext cx="3030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Special Attributes</a:t>
            </a:r>
            <a:endParaRPr 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8536578" y="2114491"/>
            <a:ext cx="3030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List of time attributes.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30196" y="973278"/>
            <a:ext cx="30305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Tags which are numerical but are categorical such as in 100 data points max unique values are 10. 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8536578" y="2561892"/>
            <a:ext cx="3030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List of attributes which have more than 50% data blanks.</a:t>
            </a:r>
            <a:endParaRPr lang="en-US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084215" y="3362314"/>
          <a:ext cx="6509645" cy="2555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929">
                  <a:extLst>
                    <a:ext uri="{9D8B030D-6E8A-4147-A177-3AD203B41FA5}">
                      <a16:colId xmlns:a16="http://schemas.microsoft.com/office/drawing/2014/main" val="1271209706"/>
                    </a:ext>
                  </a:extLst>
                </a:gridCol>
                <a:gridCol w="1301929">
                  <a:extLst>
                    <a:ext uri="{9D8B030D-6E8A-4147-A177-3AD203B41FA5}">
                      <a16:colId xmlns:a16="http://schemas.microsoft.com/office/drawing/2014/main" val="3956814835"/>
                    </a:ext>
                  </a:extLst>
                </a:gridCol>
                <a:gridCol w="1301929">
                  <a:extLst>
                    <a:ext uri="{9D8B030D-6E8A-4147-A177-3AD203B41FA5}">
                      <a16:colId xmlns:a16="http://schemas.microsoft.com/office/drawing/2014/main" val="3361182540"/>
                    </a:ext>
                  </a:extLst>
                </a:gridCol>
                <a:gridCol w="1301929">
                  <a:extLst>
                    <a:ext uri="{9D8B030D-6E8A-4147-A177-3AD203B41FA5}">
                      <a16:colId xmlns:a16="http://schemas.microsoft.com/office/drawing/2014/main" val="1556758812"/>
                    </a:ext>
                  </a:extLst>
                </a:gridCol>
                <a:gridCol w="1301929">
                  <a:extLst>
                    <a:ext uri="{9D8B030D-6E8A-4147-A177-3AD203B41FA5}">
                      <a16:colId xmlns:a16="http://schemas.microsoft.com/office/drawing/2014/main" val="814470738"/>
                    </a:ext>
                  </a:extLst>
                </a:gridCol>
              </a:tblGrid>
              <a:tr h="425860">
                <a:tc>
                  <a:txBody>
                    <a:bodyPr/>
                    <a:lstStyle/>
                    <a:p>
                      <a:r>
                        <a:rPr lang="en-US" dirty="0" smtClean="0"/>
                        <a:t>Attributes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avg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missing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197963"/>
                  </a:ext>
                </a:extLst>
              </a:tr>
              <a:tr h="4258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022064"/>
                  </a:ext>
                </a:extLst>
              </a:tr>
              <a:tr h="4258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9984989"/>
                  </a:ext>
                </a:extLst>
              </a:tr>
              <a:tr h="4258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178321"/>
                  </a:ext>
                </a:extLst>
              </a:tr>
              <a:tr h="4258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3558510"/>
                  </a:ext>
                </a:extLst>
              </a:tr>
              <a:tr h="4258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3245530"/>
                  </a:ext>
                </a:extLst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8453847" y="3518089"/>
            <a:ext cx="3383279" cy="305267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8601894" y="3587335"/>
            <a:ext cx="3030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Basic Feature manipulation</a:t>
            </a:r>
            <a:endParaRPr lang="en-US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8728168" y="3909554"/>
            <a:ext cx="3030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Option to rename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8813078" y="4348132"/>
            <a:ext cx="3030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Option to delete a feature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8813078" y="4924263"/>
            <a:ext cx="3030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Option to change data type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8813078" y="5450722"/>
            <a:ext cx="3030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Option to delete a feature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4563278" y="6111011"/>
            <a:ext cx="3030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Proceed</a:t>
            </a:r>
            <a:endParaRPr lang="en-US" b="1" dirty="0"/>
          </a:p>
        </p:txBody>
      </p:sp>
      <p:sp>
        <p:nvSpPr>
          <p:cNvPr id="25" name="Rounded Rectangle 24"/>
          <p:cNvSpPr/>
          <p:nvPr/>
        </p:nvSpPr>
        <p:spPr>
          <a:xfrm>
            <a:off x="4328135" y="185477"/>
            <a:ext cx="1983385" cy="481212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3879655" y="241417"/>
            <a:ext cx="3030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Basic Info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5618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5782</TotalTime>
  <Words>189</Words>
  <Application>Microsoft Office PowerPoint</Application>
  <PresentationFormat>Widescreen</PresentationFormat>
  <Paragraphs>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Rahul Gupta</dc:creator>
  <cp:lastModifiedBy>Rahul Gupta</cp:lastModifiedBy>
  <cp:revision>9</cp:revision>
  <dcterms:created xsi:type="dcterms:W3CDTF">2026-06-28T06:43:26Z</dcterms:created>
  <dcterms:modified xsi:type="dcterms:W3CDTF">2026-07-03T13:02:05Z</dcterms:modified>
</cp:coreProperties>
</file>